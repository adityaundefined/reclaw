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  <a:latin typeface="Segoe UI"/>
              </a:defRPr>
            </a:pPr>
            <a:r>
              <a:t>🦞 ReClaw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Revive Your Old Smartphone with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  <a:latin typeface="Segoe UI"/>
              </a:defRPr>
            </a:pPr>
            <a:r>
              <a:t>PRISM Hackathon 2026 | Theme 2: Daily Utility (Smartphones)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E676"/>
                </a:solidFill>
                <a:latin typeface="Segoe UI"/>
              </a:defRPr>
            </a:pPr>
            <a:r>
              <a:t>PyTorch QAT + Multi-Runtime + PicoClaw (NDK) + Qwen3-0.6B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Team ReClaw — Giving old phones a new brain 🧠📱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B35"/>
                </a:solidFill>
                <a:latin typeface="Segoe UI"/>
              </a:defRPr>
            </a:pPr>
            <a:r>
              <a:t>5.3 BILLION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old smartphones sit unused worldwide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Segoe UI"/>
              </a:defRPr>
            </a:pPr>
            <a:r>
              <a:t>• Functional processors, cameras, sensors, Wi-Fi, displays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Segoe UI"/>
              </a:defRPr>
            </a:pPr>
            <a:r>
              <a:t>• Become e-waste because software is no longer supported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Segoe UI"/>
              </a:defRPr>
            </a:pPr>
            <a:r>
              <a:t>• No affordable AI assistant for low-end devices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Segoe UI"/>
              </a:defRPr>
            </a:pPr>
            <a:r>
              <a:t>• Privacy concerns with cloud-only AI solutions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Segoe UI"/>
              </a:defRPr>
            </a:pPr>
            <a:r>
              <a:t>• Users can't repurpose them without technical expertise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087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📋 Problem Statement 1: Intelligent Customizer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Context-aware phone behavior based on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location &amp; time. Auto-profiles for home,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office, transit. Personalized wallpaper,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ringtones, volume, notification settings.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840480"/>
            <a:ext cx="50292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9776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📋 Problem Statement 2: Daily Commute Planner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Read calendar → calculate departure time →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get real-time transit info → push alert via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Telegram/WhatsApp 30 min before departure.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Never miss a metro or bus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Our Solution: ReClaw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Transform any old Android phone into an AI-powered personal assistant — fully offline, privacy-first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9184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🧠 Fine-tuned SLM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Qwen3-0.6B with PyTorch QAT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INT8-INT4 via TorchAO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Multi-format export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Device benchmarking first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Adaptive runtime selection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Fully offline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560320"/>
            <a:ext cx="329184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9748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🦞 PicoClaw (NDK)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Natively compiled via Android NDK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&lt;20MB · &lt;1s boot · ARM native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Skill-based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Master-Slave for passive agent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proot distro for advanced mgmt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Memory &amp; learning 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560320"/>
            <a:ext cx="329184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69748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📱 Smart Skills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Routine Manager — auto profiles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Commute Planner — departure alerts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Smart Customizer — adaptive UX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Notification Hub — smart digest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Voice/Chat — natural language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Cron — scheduled automations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_diagram_1777053484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SLM Fine-Tuning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3657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Data Curation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1,700+ examples</a:t>
            </a:r>
            <a:br/>
            <a:r>
              <a:t>Alpaca format</a:t>
            </a:r>
            <a:br/>
            <a:r>
              <a:t>6 categories</a:t>
            </a:r>
            <a:br/>
            <a:r>
              <a:t>30% Hinglish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60320" cy="3657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Segoe UI"/>
              </a:defRPr>
            </a:pPr>
            <a:r>
              <a:t>PyTorch QAT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TorchAO quantize_()</a:t>
            </a:r>
            <a:br/>
            <a:r>
              <a:t>INT8 activation + INT4 weight</a:t>
            </a:r>
            <a:br/>
            <a:r>
              <a:t>Full fine-tuning on Colab T4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560320" cy="3657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35"/>
                </a:solidFill>
                <a:latin typeface="Segoe UI"/>
              </a:defRPr>
            </a:pPr>
            <a:r>
              <a:t>Multi-Export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.pte (ExecuTorch)</a:t>
            </a:r>
            <a:br/>
            <a:r>
              <a:t>.gguf (llama.cpp)</a:t>
            </a:r>
            <a:br/>
            <a:r>
              <a:t>.tflite / .mnn</a:t>
            </a:r>
            <a:br/>
            <a:r>
              <a:t>Same QAT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560320" cy="3657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B86FC"/>
                </a:solidFill>
                <a:latin typeface="Segoe UI"/>
              </a:defRPr>
            </a:pPr>
            <a:r>
              <a:t>Benchmark</a:t>
            </a:r>
            <a:br/>
            <a:r>
              <a:t>&amp;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6517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Device probe on first run</a:t>
            </a:r>
            <a:br/>
            <a:r>
              <a:t>Auto-select best runtime</a:t>
            </a:r>
            <a:br/>
            <a:r>
              <a:t>PicoClaw NDK binary</a:t>
            </a:r>
            <a:br/>
            <a:r>
              <a:t>Fully 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🏠 Intelligent Customizer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Auto-switches phone profiles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🏠 Home: Normal vol, personal wallpaper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🏢 Office: Silent, minimal UI, DND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🚌 Transit: Medium vol, transit display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🌙 Sleep: Zero brightness, DND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65176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087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  <a:latin typeface="Segoe UI"/>
              </a:defRPr>
            </a:pPr>
            <a:r>
              <a:t>🚇 Daily Commute Planner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Reads Google Calendar automatically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Calculates departure via Maps API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30-min buffer before each event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Pushes alert: route, ETA, transport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Real-time traffic awareness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65176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35"/>
                </a:solidFill>
                <a:latin typeface="Segoe UI"/>
              </a:defRPr>
            </a:pPr>
            <a:r>
              <a:t>📋 Notification Hub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Aggregates &amp; prioritizes alerts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SLM summarizes message threads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Filters noise by learned preference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Post-profile digest when available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"You missed 8 msgs, 2 urgent"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371600"/>
            <a:ext cx="265176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5087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B86FC"/>
                </a:solidFill>
                <a:latin typeface="Segoe UI"/>
              </a:defRPr>
            </a:pPr>
            <a:r>
              <a:t>💬 Natural Language Control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Chat via Telegram to control phone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"Set everything up for sleeping"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SLM interprets → executes → confirms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No app needed, just messaging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Works on any messaging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User Journey: Morning Commute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7:00 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201168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ReClaw checks</a:t>
            </a:r>
            <a:br/>
            <a:r>
              <a:t>calendar →</a:t>
            </a:r>
            <a:br/>
            <a:r>
              <a:t>10 AM meeting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🗺️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7:01 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200400"/>
            <a:ext cx="201168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333756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Queries Google</a:t>
            </a:r>
            <a:br/>
            <a:r>
              <a:t>Maps: metro +</a:t>
            </a:r>
            <a:br/>
            <a:r>
              <a:t>walk = 75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8:15 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200400"/>
            <a:ext cx="201168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33756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Telegram alert:</a:t>
            </a:r>
            <a:br/>
            <a:r>
              <a:t>'Leave by 8:30</a:t>
            </a:r>
            <a:br/>
            <a:r>
              <a:t>for 10 AM mtg'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8:30 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200400"/>
            <a:ext cx="201168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333756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User leaves →</a:t>
            </a:r>
            <a:br/>
            <a:r>
              <a:t>GPS detects →</a:t>
            </a:r>
            <a:br/>
            <a:r>
              <a:t>Transit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8288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9:45 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3200400"/>
            <a:ext cx="201168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333756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Arrives office →</a:t>
            </a:r>
            <a:br/>
            <a:r>
              <a:t>Auto-switch to</a:t>
            </a:r>
            <a:br/>
            <a:r>
              <a:t>Office profile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Adaptive Multi-Runtime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No single-runtime lock-in — the app benchmarks the device first, then selects the best runtime.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ExecuTorch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.pte · Snapdragon 6xx+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XNNPACK backend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Meta production runtime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011680"/>
            <a:ext cx="265176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1488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  <a:latin typeface="Segoe UI"/>
              </a:defRPr>
            </a:pPr>
            <a:r>
              <a:t>llama.cpp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.gguf · Broad ARM64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Mature ecosystem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Wide model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265176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35"/>
                </a:solidFill>
                <a:latin typeface="Segoe UI"/>
              </a:defRPr>
            </a:pPr>
            <a:r>
              <a:t>PicoLM (fork)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Custom · &lt;1GB RAM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Forked &amp; customised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Extreme edge devices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011680"/>
            <a:ext cx="265176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21488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B86FC"/>
                </a:solidFill>
                <a:latin typeface="Segoe UI"/>
              </a:defRPr>
            </a:pPr>
            <a:r>
              <a:t>LiteRT / MNN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.tflite / .mnn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GPU delegate support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MediaTek/Kirin SoCs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06240"/>
            <a:ext cx="3474720" cy="2194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🦞 PicoClaw (NDK)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Natively compiled via Android NDK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Native ARM binary · &lt;15MB · &lt;1s boot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No Go/Termux dependency for 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206240"/>
            <a:ext cx="3474720" cy="2194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3434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  <a:latin typeface="Segoe UI"/>
              </a:defRPr>
            </a:pPr>
            <a:r>
              <a:t>🔗 Master-Slave Arch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Old phone = passive agent (slave)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Primary phone controls via Telegram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Remote status, profile push, overrides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206240"/>
            <a:ext cx="3474720" cy="21945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3434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35"/>
                </a:solidFill>
                <a:latin typeface="Segoe UI"/>
              </a:defRPr>
            </a:pPr>
            <a:r>
              <a:t>🐧 proot Distro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For advanced usage &amp; management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Full Linux pkg mgmt, no root needed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Python, Node, any Linux tool 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Development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Phase 1</a:t>
            </a:r>
            <a:br/>
            <a:r>
              <a:t>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Apr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210312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737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Proposal</a:t>
            </a:r>
            <a:br/>
            <a:r>
              <a:t>Architecture</a:t>
            </a:r>
            <a:br/>
            <a:r>
              <a:t>User Stories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Week 1</a:t>
            </a:r>
            <a:br/>
            <a: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Apr 25–May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291840"/>
            <a:ext cx="210312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429000"/>
            <a:ext cx="1737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Dataset curation</a:t>
            </a:r>
            <a:br/>
            <a:r>
              <a:t>QAT pipeline setup</a:t>
            </a:r>
            <a:br/>
            <a:r>
              <a:t>PicoClaw NDK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67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463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35"/>
                </a:solidFill>
                <a:latin typeface="Segoe UI"/>
              </a:defRPr>
            </a:pPr>
            <a:r>
              <a:t>Week 2</a:t>
            </a:r>
            <a:br/>
            <a:r>
              <a:t>Implement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May 2–8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291840"/>
            <a:ext cx="210312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429000"/>
            <a:ext cx="1737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SLM fine-tuning</a:t>
            </a:r>
            <a:br/>
            <a:r>
              <a:t>Skill files built</a:t>
            </a:r>
            <a:br/>
            <a:r>
              <a:t>Telegram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6B3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463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Week 3</a:t>
            </a:r>
            <a:br/>
            <a:r>
              <a:t>Polish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May 9–15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3291840"/>
            <a:ext cx="210312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3429000"/>
            <a:ext cx="1737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UX polish</a:t>
            </a:r>
            <a:br/>
            <a:r>
              <a:t>Benchmarks</a:t>
            </a:r>
            <a:br/>
            <a:r>
              <a:t>Documentation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86F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1463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Phase 3</a:t>
            </a:r>
            <a:br/>
            <a:r>
              <a:t>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May 16–19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3291840"/>
            <a:ext cx="210312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3429000"/>
            <a:ext cx="1737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Demo video (10m)</a:t>
            </a:r>
            <a:br/>
            <a:r>
              <a:t>3 usage scenarios</a:t>
            </a:r>
            <a:br/>
            <a:r>
              <a:t>Final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Impact &amp; Closing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76"/>
                </a:solidFill>
                <a:latin typeface="Segoe UI"/>
              </a:defRPr>
            </a:pPr>
            <a:r>
              <a:t>♻️ E-Waste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Extends phone life by 3-5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55448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💰 Zero Cost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Free APIs + open-source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35"/>
                </a:solidFill>
                <a:latin typeface="Segoe UI"/>
              </a:defRPr>
            </a:pPr>
            <a:r>
              <a:t>🔒 Privacy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All inference on-device, offline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55448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B86FC"/>
                </a:solidFill>
                <a:latin typeface="Segoe UI"/>
              </a:defRPr>
            </a:pPr>
            <a:r>
              <a:t>🌍 Inclusion</a:t>
            </a:r>
          </a:p>
          <a:p>
            <a:pPr>
              <a:spcBef>
                <a:spcPts val="400"/>
              </a:spcBef>
              <a:defRPr sz="1200">
                <a:solidFill>
                  <a:srgbClr val="B0B0C0"/>
                </a:solidFill>
                <a:latin typeface="Segoe UI"/>
              </a:defRPr>
            </a:pPr>
            <a:r>
              <a:t>AI assistant on $20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🦞 ReClaw — Giving old phones a new brain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FF"/>
                </a:solidFill>
                <a:latin typeface="Segoe UI"/>
              </a:defRPr>
            </a:pPr>
            <a:r>
              <a:t>Built with PyTorch · TorchAO · Multi-Runtime · PicoClaw (NDK) · Qwen3-0.6B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Segoe UI"/>
              </a:defRPr>
            </a:pPr>
            <a:r>
              <a:t>PRISM Hackathon 2026 | Theme 2: Daily Utility (Smartphones)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76"/>
                </a:solidFill>
                <a:latin typeface="Segoe UI"/>
              </a:defRPr>
            </a:pPr>
            <a:r>
              <a:t>Thank you!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